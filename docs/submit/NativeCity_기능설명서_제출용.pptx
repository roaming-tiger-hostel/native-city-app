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0" r:id="rId7"/>
    <p:sldId id="264" r:id="rId8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Tiger Uppercut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Native City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Native City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웹 서비스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서울 여행자가 문화·식사 제약·취향에 맞는 AI 친구와 대화하며, 한국관광공사 TourAPI 장소를 근거로 추천받는 웹 서비스.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리뷰·평점은 많지만 “누구의 취향을 믿을지”가 불명확하다. Native City는 불특정 절대값이 아니라 특정 네이티브/호스트 취향에 귀속된 추천을 대화로 제공하고, 장소 사실은 공사 OpenAPI로 근거를 남긴다.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1) AI 친구 선택·대화(옵션/자유입력/답 칩)
2) 취향·식이 제약 반영 장소 추천 카드
3) 지도·주소·TourAPI 출처 표시
4) 호스트 스튜디오(취향 A/B·장소 동기화)
5) 심사/상태 안내(/submit)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(아래 대표 이미지)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(아래 상세 이미지 3~4장: 게스트·채팅·스튜디오·submit)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  <p:pic>
        <p:nvPicPr>
          <p:cNvPr id="18" name="Picture 17" descr="g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2743200" cy="5936566"/>
          </a:xfrm>
          <a:prstGeom prst="rect">
            <a:avLst/>
          </a:prstGeom>
        </p:spPr>
      </p:pic>
      <p:pic>
        <p:nvPicPr>
          <p:cNvPr id="19" name="Picture 18" descr="guest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63040"/>
            <a:ext cx="2926080" cy="1828800"/>
          </a:xfrm>
          <a:prstGeom prst="rect">
            <a:avLst/>
          </a:prstGeom>
        </p:spPr>
      </p:pic>
      <p:pic>
        <p:nvPicPr>
          <p:cNvPr id="20" name="Picture 19" descr="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2468880" cy="5342910"/>
          </a:xfrm>
          <a:prstGeom prst="rect">
            <a:avLst/>
          </a:prstGeom>
        </p:spPr>
      </p:pic>
      <p:pic>
        <p:nvPicPr>
          <p:cNvPr id="21" name="Picture 20" descr="sub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389120"/>
            <a:ext cx="2560320" cy="554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 흐름도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/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/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(화면 캡처)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흐름: 홈→캐릭터→채팅(답칩)→장소카드→지도/출처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핵심 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1)캐릭터대화 2)장소추천 3)지도·출처 4)호스트스튜디오 5)상태확인(/submit)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홈→캐릭터선택→채팅/답칩→장소카드→지도·TourAPI출처. 호스트는 스튜디오에서 취향A/B·TourAPI동기화 후 게스트 추천에 반영.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20" name="Picture 19" descr="gue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05840"/>
            <a:ext cx="47548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한국관광공사 국문관광정보서비스_GW · KorService2/locationBasedList2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호스텔 인근 반경 내 음식점·관광지 목록(명칭/주소/좌표/이미지)을 가져와 추천·지도에 사용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KorService2/searchKeyword2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스튜디오 키워드 검색 및 채팅 장소 요청 시 후보 확장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KorService2/detailCommon2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contentId 기준 개요·연락처·좌표 등 상세 조회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EngService2/locationBasedList2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동일 contentId의 영문명·주소·개요 병합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불특정 리뷰 절대값이 아니라 “누구의 취향으로 추천받느냐”. 추천은 캐릭터/호스트에 귀속되고, 장소 명칭·주소·좌표는 공사 OpenAPI로 근거를 표시한다.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단기: 답 품질·호스트 학습 루프·TourAPI 근거 UX 강화. 중기: 문화권 친구 확장, 호스텔 연동 추천·커머스.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