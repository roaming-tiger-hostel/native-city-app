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3" r:id="rId6"/>
    <p:sldId id="260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Native City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Native City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Native City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웹 서비스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서울 여행자가 문화·식사 제약·취향에 맞는 AI 친구와 대화하며, 한국관광공사 TourAPI 장소를 근거로 추천받는 웹 서비스.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baseline="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리뷰·평점은 많지만 “누구의 취향을 믿을지”가 불명확하다. Native City는 불특정 절대값이 아니라 특정 네이티브/호스트 취향에 귀속된 추천을 대화로 제공하고, 장소 사실은 공사 OpenAPI로 근거를 남긴다.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1) AI 친구 선택·대화(옵션/자유입력/답 칩)
2) 취향·식이 제약 반영 장소 추천 카드
3) 지도·주소·TourAPI 출처 표시
4) 호스트 스튜디오(취향 A/B·장소 동기화)
5) 심사/상태 안내(/submit)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[Tyro] /guest 대표 화면 캡처 1장 삽입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[Tyro] 상세 3~5장: 채팅+답칩 / 장소카드 / 지도·출처 / 스튜디오 /submit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838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해당 없음 (서울 데모 / 공고상 지역특화=서울 제외 → 본 슬라이드 삭제 권장)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해당 없음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[</a:t>
            </a:r>
            <a:r>
              <a:rPr lang="ko-KR" altLang="en-US" dirty="0" smtClean="0"/>
              <a:t>선택 작성 항목</a:t>
            </a:r>
            <a:r>
              <a:rPr lang="en-US" altLang="ko-KR" dirty="0" smtClean="0"/>
              <a:t>] </a:t>
            </a:r>
            <a:r>
              <a:rPr lang="ko-KR" altLang="en-US" dirty="0" smtClean="0"/>
              <a:t>지역 특화 서비스에 해당하는 경우 필수 작성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/ </a:t>
            </a:r>
            <a:r>
              <a:rPr lang="ko-KR" altLang="en-US" dirty="0" smtClean="0"/>
              <a:t>해당사항 없는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슬라이드 삭제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</a:rPr>
              <a:t>내용 확인 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 smtClean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서비스 캡쳐 화면 첨부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흐름: 홈→캐릭터→채팅(답칩)→장소카드→지도/출처. (화면 캡처는 Tyro 첨부)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핵심 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캐릭터 대화·장소 추천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친구 선택 → 채팅/답칩 → 장소 카드 선택 → 지도·TourAPI 출처 확인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서비스 핵심 기능 작성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최대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),</a:t>
            </a:r>
          </a:p>
          <a:p>
            <a:pPr algn="ctr"/>
            <a:r>
              <a:rPr lang="ko-KR" altLang="en-US" dirty="0" smtClean="0"/>
              <a:t>필요 시</a:t>
            </a:r>
            <a:r>
              <a:rPr lang="en-US" altLang="ko-KR" dirty="0" smtClean="0"/>
              <a:t> </a:t>
            </a:r>
            <a:r>
              <a:rPr lang="ko-KR" altLang="en-US" dirty="0" smtClean="0"/>
              <a:t>페이지 복사</a:t>
            </a:r>
            <a:r>
              <a:rPr lang="en-US" altLang="ko-KR" dirty="0" smtClean="0"/>
              <a:t>*</a:t>
            </a:r>
            <a:r>
              <a:rPr lang="ko-KR" altLang="en-US" dirty="0" smtClean="0"/>
              <a:t>하여 추가 작성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* </a:t>
            </a:r>
            <a:r>
              <a:rPr lang="ko-KR" altLang="en-US" dirty="0" smtClean="0"/>
              <a:t>좌측 슬라이드 목록에서 복사할 슬라이드 선택 </a:t>
            </a:r>
            <a:r>
              <a:rPr lang="en-US" altLang="ko-KR" dirty="0" smtClean="0"/>
              <a:t>&gt; </a:t>
            </a:r>
            <a:r>
              <a:rPr lang="en-US" altLang="ko-KR" dirty="0" err="1" smtClean="0"/>
              <a:t>ctrl+D</a:t>
            </a:r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내용 확인 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한국관광공사 국문관광정보서비스_GW · KorService2/locationBasedList2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호스텔 인근 반경 내 음식점·관광지 목록(명칭/주소/좌표/이미지)을 가져와 추천·지도에 사용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KorService2/searchKeyword2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스튜디오 키워드 검색 및 채팅 장소 요청 시 후보 확장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KorService2/detailCommon2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contentId 기준 개요·연락처·좌표 등 상세 조회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EngService2/locationBasedList2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동일 contentId의 영문명·주소·개요 병합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해당 없음 (장소 사실 근거는 TourAPI). 선택 슬라이드 삭제 권장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LLM은 선택적 대화 생성용이며 장소 사실의 근거로 쓰지 않음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[</a:t>
            </a:r>
            <a:r>
              <a:rPr lang="ko-KR" altLang="en-US" dirty="0" smtClean="0"/>
              <a:t>선택 작성 항목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해당사항 없는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슬라이드 삭제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내용 확인 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불특정 리뷰 절대값이 아니라 “누구의 취향으로 추천받느냐”. 추천은 캐릭터/호스트에 귀속되고, 장소 명칭·주소·좌표는 공사 OpenAPI로 근거를 표시한다.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단기: 답 품질·호스트 학습 루프·TourAPI 근거 UX 강화. 중기: 문화권 친구 확장, 호스텔 연동 추천·커머스.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aseline="0" dirty="0" smtClean="0">
                          <a:latin typeface="+mn-lt"/>
                        </a:rPr>
                        <a:t/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