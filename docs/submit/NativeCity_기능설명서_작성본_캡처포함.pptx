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67" r:id="rId4"/>
    <p:sldId id="268" r:id="rId5"/>
    <p:sldId id="263" r:id="rId6"/>
    <p:sldId id="260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F00"/>
    <a:srgbClr val="FFA401"/>
    <a:srgbClr val="FFFDE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98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38" y="18574"/>
            <a:ext cx="12165123" cy="68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13811"/>
            <a:ext cx="1218417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4284"/>
            <a:ext cx="12184175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189807" y="256797"/>
            <a:ext cx="11812386" cy="580915"/>
            <a:chOff x="189807" y="256797"/>
            <a:chExt cx="11812386" cy="580915"/>
          </a:xfrm>
        </p:grpSpPr>
        <p:grpSp>
          <p:nvGrpSpPr>
            <p:cNvPr id="10" name="그룹 9"/>
            <p:cNvGrpSpPr/>
            <p:nvPr/>
          </p:nvGrpSpPr>
          <p:grpSpPr>
            <a:xfrm>
              <a:off x="8161715" y="256797"/>
              <a:ext cx="3840478" cy="340519"/>
              <a:chOff x="6733312" y="182882"/>
              <a:chExt cx="3840478" cy="34051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733312" y="182882"/>
                <a:ext cx="2419001" cy="340519"/>
              </a:xfrm>
              <a:prstGeom prst="roundRect">
                <a:avLst/>
              </a:prstGeom>
              <a:solidFill>
                <a:srgbClr val="FF6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2026 </a:t>
                </a:r>
                <a:r>
                  <a:rPr lang="ko-KR" altLang="en-US" sz="1400" dirty="0" smtClean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관광데이터 활용 공모전</a:t>
                </a:r>
                <a:endParaRPr lang="ko-KR" altLang="en-US" sz="1400" dirty="0">
                  <a:solidFill>
                    <a:schemeClr val="bg1"/>
                  </a:solidFill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246526" y="182882"/>
                <a:ext cx="1327264" cy="340519"/>
              </a:xfrm>
              <a:prstGeom prst="roundRect">
                <a:avLst/>
              </a:prstGeom>
              <a:solidFill>
                <a:srgbClr val="FFFDE7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 smtClean="0"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웹〮앱 개발 부문</a:t>
                </a:r>
                <a:endParaRPr lang="ko-KR" altLang="en-US" sz="1400" dirty="0">
                  <a:latin typeface="Noto Sans KR Medium" panose="020B0600000000000000" pitchFamily="34" charset="-127"/>
                  <a:ea typeface="Noto Sans KR Medium" panose="020B0600000000000000" pitchFamily="34" charset="-127"/>
                </a:endParaRP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189807" y="791993"/>
              <a:ext cx="11812386" cy="45719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944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02065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팀 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Native City</a:t>
                      </a:r>
                      <a:endParaRPr lang="ko-KR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Native City</a:t>
                      </a:r>
                      <a:endParaRPr lang="ko-KR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695012"/>
              </p:ext>
            </p:extLst>
          </p:nvPr>
        </p:nvGraphicFramePr>
        <p:xfrm>
          <a:off x="287250" y="1218429"/>
          <a:ext cx="11649825" cy="4750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547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Native City</a:t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731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유형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웹 서비스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1030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>서울 여행자가 문화·식사 제약·취향에 맞는 AI 친구와 대화하며, 한국관광공사 TourAPI 장소를 근거로 추천받는 웹 서비스.</a:t>
                      </a:r>
                      <a:r>
                        <a:rPr lang="ko-KR" altLang="en-US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  <a:r>
                        <a:rPr lang="en-US" altLang="ko-KR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  <a:r>
                        <a:rPr lang="en-US" altLang="ko-KR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  <a:r>
                        <a:rPr lang="en-US" altLang="ko-KR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  <a:r>
                        <a:rPr lang="ko-KR" altLang="en-US" sz="1800" baseline="0" dirty="0" smtClean="0">
                          <a:latin typeface="+mn-lt"/>
                        </a:rPr>
                        <a:t/>
                      </a:r>
                      <a:r>
                        <a:rPr lang="ko-KR" altLang="en-US" sz="1800" dirty="0" smtClean="0">
                          <a:latin typeface="+mn-lt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244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주제 선정 이유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리뷰·평점은 많지만 “누구의 취향을 믿을지”가 불명확하다. Native City는 불특정 절대값이 아니라 특정 네이티브/호스트 취향에 귀속된 추천을 대화로 제공하고, 장소 사실은 공사 OpenAPI로 근거를 남긴다.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ko-KR" altLang="en-US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646751"/>
              </p:ext>
            </p:extLst>
          </p:nvPr>
        </p:nvGraphicFramePr>
        <p:xfrm>
          <a:off x="287250" y="1218429"/>
          <a:ext cx="11649826" cy="473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1) AI 친구 선택·대화(옵션/자유입력/답 칩)
2) 취향·식이 제약 반영 장소 추천 카드
3) 지도·주소·TourAPI 출처 표시
4) 호스트 스튜디오(취향 A/B·장소 동기화)
5) 심사/상태 안내(/submit)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559681"/>
              </p:ext>
            </p:extLst>
          </p:nvPr>
        </p:nvGraphicFramePr>
        <p:xfrm>
          <a:off x="287250" y="1218429"/>
          <a:ext cx="11649826" cy="499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84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[Tyro] /guest 대표 화면 캡처 1장 삽입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ko-KR" altLang="en-US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434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[Tyro] 상세 3~5장: 채팅+답칩 / 장소카드 / 지도·출처 / 스튜디오 /submit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ko-KR" altLang="en-US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  <p:pic>
        <p:nvPicPr>
          <p:cNvPr id="18" name="Picture 17" descr="g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2926080" cy="6332337"/>
          </a:xfrm>
          <a:prstGeom prst="rect">
            <a:avLst/>
          </a:prstGeom>
        </p:spPr>
      </p:pic>
      <p:pic>
        <p:nvPicPr>
          <p:cNvPr id="19" name="Picture 18" descr="guest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280160"/>
            <a:ext cx="2560320" cy="1600200"/>
          </a:xfrm>
          <a:prstGeom prst="rect">
            <a:avLst/>
          </a:prstGeom>
        </p:spPr>
      </p:pic>
      <p:pic>
        <p:nvPicPr>
          <p:cNvPr id="20" name="Picture 19" descr="stud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2377440" cy="5145024"/>
          </a:xfrm>
          <a:prstGeom prst="rect">
            <a:avLst/>
          </a:prstGeom>
        </p:spPr>
      </p:pic>
      <p:pic>
        <p:nvPicPr>
          <p:cNvPr id="21" name="Picture 20" descr="subm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4206240"/>
            <a:ext cx="2377440" cy="51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2838"/>
              </p:ext>
            </p:extLst>
          </p:nvPr>
        </p:nvGraphicFramePr>
        <p:xfrm>
          <a:off x="287250" y="1218429"/>
          <a:ext cx="11649825" cy="5079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944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특화 </a:t>
                      </a: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지역명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 smtClean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1600" b="1" dirty="0" smtClean="0">
                          <a:solidFill>
                            <a:schemeClr val="bg1"/>
                          </a:solidFill>
                        </a:rPr>
                        <a:t>서울 제외</a:t>
                      </a:r>
                      <a:endParaRPr lang="ko-KR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해당 없음 (서울 데모 / 공고상 지역특화=서울 제외 → 본 슬라이드 삭제 권장)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35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구현 내용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해당 없음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74567" y="2402379"/>
            <a:ext cx="11853949" cy="2335876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[</a:t>
            </a:r>
            <a:r>
              <a:rPr lang="ko-KR" altLang="en-US" dirty="0" smtClean="0"/>
              <a:t>선택 작성 항목</a:t>
            </a:r>
            <a:r>
              <a:rPr lang="en-US" altLang="ko-KR" dirty="0" smtClean="0"/>
              <a:t>] </a:t>
            </a:r>
            <a:r>
              <a:rPr lang="ko-KR" altLang="en-US" dirty="0" smtClean="0"/>
              <a:t>지역 특화 서비스에 해당하는 경우 필수 작성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/ </a:t>
            </a:r>
            <a:r>
              <a:rPr lang="ko-KR" altLang="en-US" dirty="0" smtClean="0"/>
              <a:t>해당사항 없는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해당 슬라이드 삭제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※ </a:t>
            </a:r>
            <a:r>
              <a:rPr lang="ko-KR" altLang="en-US" dirty="0" smtClean="0">
                <a:solidFill>
                  <a:srgbClr val="FF0000"/>
                </a:solidFill>
              </a:rPr>
              <a:t>내용 확인 후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본 가이드 박스는 삭제한 후 </a:t>
            </a:r>
            <a:r>
              <a:rPr lang="en-US" altLang="ko-KR" dirty="0" smtClean="0">
                <a:solidFill>
                  <a:srgbClr val="FF0000"/>
                </a:solidFill>
              </a:rPr>
              <a:t>PPT </a:t>
            </a:r>
            <a:r>
              <a:rPr lang="ko-KR" altLang="en-US" dirty="0" smtClean="0">
                <a:solidFill>
                  <a:srgbClr val="FF0000"/>
                </a:solidFill>
              </a:rPr>
              <a:t>작성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5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 smtClean="0">
                          <a:solidFill>
                            <a:schemeClr val="bg1"/>
                          </a:solidFill>
                        </a:rPr>
                        <a:t>흐름도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이미지 첨부</a:t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서비스 캡쳐 화면 첨부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흐름: 홈→캐릭터→채팅(답칩)→장소카드→지도/출처. (화면 캡처는 Tyro 첨부)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baseline="0" dirty="0" err="1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핵심 기능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캐릭터 대화·장소 추천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친구 선택 → 채팅/답칩 → 장소 카드 선택 → 지도·TourAPI 출처 확인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174567" y="2402379"/>
            <a:ext cx="11853949" cy="2335876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서비스 핵심 기능 작성</a:t>
            </a:r>
            <a:r>
              <a:rPr lang="en-US" altLang="ko-KR" dirty="0" smtClean="0"/>
              <a:t>(</a:t>
            </a:r>
            <a:r>
              <a:rPr lang="ko-KR" altLang="en-US" dirty="0" smtClean="0"/>
              <a:t>최대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</a:t>
            </a:r>
            <a:r>
              <a:rPr lang="en-US" altLang="ko-KR" dirty="0" smtClean="0"/>
              <a:t>),</a:t>
            </a:r>
          </a:p>
          <a:p>
            <a:pPr algn="ctr"/>
            <a:r>
              <a:rPr lang="ko-KR" altLang="en-US" dirty="0" smtClean="0"/>
              <a:t>필요 시</a:t>
            </a:r>
            <a:r>
              <a:rPr lang="en-US" altLang="ko-KR" dirty="0" smtClean="0"/>
              <a:t> </a:t>
            </a:r>
            <a:r>
              <a:rPr lang="ko-KR" altLang="en-US" dirty="0" smtClean="0"/>
              <a:t>페이지 복사</a:t>
            </a:r>
            <a:r>
              <a:rPr lang="en-US" altLang="ko-KR" dirty="0" smtClean="0"/>
              <a:t>*</a:t>
            </a:r>
            <a:r>
              <a:rPr lang="ko-KR" altLang="en-US" dirty="0" smtClean="0"/>
              <a:t>하여 추가 작성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* </a:t>
            </a:r>
            <a:r>
              <a:rPr lang="ko-KR" altLang="en-US" dirty="0" smtClean="0"/>
              <a:t>좌측 슬라이드 목록에서 복사할 슬라이드 선택 </a:t>
            </a:r>
            <a:r>
              <a:rPr lang="en-US" altLang="ko-KR" dirty="0" smtClean="0"/>
              <a:t>&gt; </a:t>
            </a:r>
            <a:r>
              <a:rPr lang="en-US" altLang="ko-KR" dirty="0" err="1" smtClean="0"/>
              <a:t>ctrl+D</a:t>
            </a:r>
            <a:endParaRPr lang="en-US" altLang="ko-KR" dirty="0" smtClean="0"/>
          </a:p>
          <a:p>
            <a:pPr algn="ctr"/>
            <a:endParaRPr lang="en-US" altLang="ko-KR" dirty="0" smtClean="0"/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※ </a:t>
            </a:r>
            <a:r>
              <a:rPr lang="ko-KR" altLang="en-US" dirty="0">
                <a:solidFill>
                  <a:srgbClr val="FF0000"/>
                </a:solidFill>
              </a:rPr>
              <a:t>내용 확인 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본 가이드 박스는 삭제한 후 </a:t>
            </a:r>
            <a:r>
              <a:rPr lang="en-US" altLang="ko-KR" dirty="0">
                <a:solidFill>
                  <a:srgbClr val="FF0000"/>
                </a:solidFill>
              </a:rPr>
              <a:t>PPT </a:t>
            </a:r>
            <a:r>
              <a:rPr lang="ko-KR" altLang="en-US" dirty="0" smtClean="0">
                <a:solidFill>
                  <a:srgbClr val="FF0000"/>
                </a:solidFill>
              </a:rPr>
              <a:t>작성</a:t>
            </a:r>
            <a:endParaRPr lang="en-US" altLang="ko-KR" dirty="0">
              <a:solidFill>
                <a:srgbClr val="FF0000"/>
              </a:solidFill>
            </a:endParaRPr>
          </a:p>
        </p:txBody>
      </p:sp>
      <p:pic>
        <p:nvPicPr>
          <p:cNvPr id="20" name="Picture 19" descr="guest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438912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4770658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서비스 개발에 활용한 한국관광공사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OpenAPI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리스트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378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한국관광공사 국문관광정보서비스_GW · KorService2/locationBasedList2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호스텔 인근 반경 내 음식점·관광지 목록(명칭/주소/좌표/이미지)을 가져와 추천·지도에 사용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KorService2/searchKeyword2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스튜디오 키워드 검색 및 채팅 장소 요청 시 후보 확장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KorService2/detailCommon2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contentId 기준 개요·연락처·좌표 등 상세 조회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EngService2/locationBasedList2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t>동일 contentId의 영문명·주소·개요 병합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1355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68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API, </a:t>
            </a:r>
            <a:r>
              <a:rPr lang="ko-KR" altLang="en-US" sz="1400" b="1" dirty="0" err="1" smtClean="0">
                <a:solidFill>
                  <a:schemeClr val="bg1"/>
                </a:solidFill>
              </a:rPr>
              <a:t>파일데이터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26099"/>
              </p:ext>
            </p:extLst>
          </p:nvPr>
        </p:nvGraphicFramePr>
        <p:xfrm>
          <a:off x="174566" y="1646098"/>
          <a:ext cx="11628657" cy="226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해당 없음 (장소 사실 근거는 TourAPI). 선택 슬라이드 삭제 권장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LLM은 선택적 대화 생성용이며 장소 사실의 근거로 쓰지 않음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74567" y="2402379"/>
            <a:ext cx="11853949" cy="2335876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[</a:t>
            </a:r>
            <a:r>
              <a:rPr lang="ko-KR" altLang="en-US" dirty="0" smtClean="0"/>
              <a:t>선택 작성 항목</a:t>
            </a:r>
            <a:r>
              <a:rPr lang="en-US" altLang="ko-KR" dirty="0" smtClean="0"/>
              <a:t>] </a:t>
            </a:r>
            <a:r>
              <a:rPr lang="ko-KR" altLang="en-US" dirty="0" smtClean="0"/>
              <a:t>해당사항 없는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해당 슬라이드 삭제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※ </a:t>
            </a:r>
            <a:r>
              <a:rPr lang="ko-KR" altLang="en-US" dirty="0">
                <a:solidFill>
                  <a:srgbClr val="FF0000"/>
                </a:solidFill>
              </a:rPr>
              <a:t>내용 확인 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본 가이드 박스는 삭제한 후 </a:t>
            </a:r>
            <a:r>
              <a:rPr lang="en-US" altLang="ko-KR" dirty="0">
                <a:solidFill>
                  <a:srgbClr val="FF0000"/>
                </a:solidFill>
              </a:rPr>
              <a:t>PPT </a:t>
            </a:r>
            <a:r>
              <a:rPr lang="ko-KR" altLang="en-US" dirty="0" smtClean="0">
                <a:solidFill>
                  <a:srgbClr val="FF0000"/>
                </a:solidFill>
              </a:rPr>
              <a:t>작성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82877"/>
              </p:ext>
            </p:extLst>
          </p:nvPr>
        </p:nvGraphicFramePr>
        <p:xfrm>
          <a:off x="287250" y="1218429"/>
          <a:ext cx="11649825" cy="50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불특정 리뷰 절대값이 아니라 “누구의 취향으로 추천받느냐”. 추천은 캐릭터/호스트에 귀속되고, 장소 명칭·주소·좌표는 공사 OpenAPI로 근거를 표시한다.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  <a:endParaRPr lang="en-US" altLang="ko-KR" sz="1800" b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/>
                      </a:r>
                      <a:endParaRPr lang="ko-KR" altLang="en-US" sz="1800" dirty="0" smtClean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발전계획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단기: 답 품질·호스트 학습 루프·TourAPI 근거 UX 강화. 중기: 문화권 친구 확장, 호스텔 연동 추천·커머스.</a:t>
                      </a:r>
                      <a:r>
                        <a:rPr lang="ko-KR" altLang="en-US" sz="1800" dirty="0" smtClean="0">
                          <a:solidFill>
                            <a:srgbClr val="FF0000"/>
                          </a:solidFill>
                          <a:latin typeface="+mn-lt"/>
                        </a:rPr>
                        <a:t/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aseline="0" dirty="0" smtClean="0">
                          <a:latin typeface="+mn-lt"/>
                        </a:rPr>
                        <a:t/>
                      </a:r>
                      <a:endParaRPr lang="ko-KR" altLang="en-US" sz="1800" dirty="0" smtClean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549</Words>
  <Application>Microsoft Office PowerPoint</Application>
  <PresentationFormat>와이드스크린</PresentationFormat>
  <Paragraphs>95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USER</cp:lastModifiedBy>
  <cp:revision>64</cp:revision>
  <dcterms:created xsi:type="dcterms:W3CDTF">2026-07-07T05:25:59Z</dcterms:created>
  <dcterms:modified xsi:type="dcterms:W3CDTF">2026-07-29T05:45:18Z</dcterms:modified>
</cp:coreProperties>
</file>